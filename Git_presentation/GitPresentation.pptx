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71" dt="2026-09-14T15:52:05.63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io Demo" userId="S::alessio.demo@studenti.unipd.it::b9423d49-e597-4413-934c-63b52a374ef6" providerId="AD" clId="Web-{00000000-0000-0000-0000-000000000000}"/>
    <pc:docChg chg="modSld">
      <pc:chgData name="Alessio Demo" userId="S::alessio.demo@studenti.unipd.it::b9423d49-e597-4413-934c-63b52a374ef6" providerId="AD" clId="Web-{00000000-0000-0000-0000-000000000000}" dt="2026-09-14T15:52:05.632" v="139" actId="1076"/>
      <pc:docMkLst>
        <pc:docMk/>
      </pc:docMkLst>
      <pc:sldChg chg="delSp modSp">
        <pc:chgData name="Alessio Demo" userId="S::alessio.demo@studenti.unipd.it::b9423d49-e597-4413-934c-63b52a374ef6" providerId="AD" clId="Web-{00000000-0000-0000-0000-000000000000}" dt="2026-09-14T15:52:05.632" v="139" actId="1076"/>
        <pc:sldMkLst>
          <pc:docMk/>
          <pc:sldMk cId="0" sldId="256"/>
        </pc:sldMkLst>
        <pc:spChg chg="ord">
          <ac:chgData name="Alessio Demo" userId="S::alessio.demo@studenti.unipd.it::b9423d49-e597-4413-934c-63b52a374ef6" providerId="AD" clId="Web-{00000000-0000-0000-0000-000000000000}" dt="2026-09-14T15:33:24.901" v="38"/>
          <ac:spMkLst>
            <pc:docMk/>
            <pc:sldMk cId="0" sldId="256"/>
            <ac:spMk id="2" creationId="{00000000-0000-0000-0000-000000000000}"/>
          </ac:spMkLst>
        </pc:spChg>
        <pc:spChg chg="mod">
          <ac:chgData name="Alessio Demo" userId="S::alessio.demo@studenti.unipd.it::b9423d49-e597-4413-934c-63b52a374ef6" providerId="AD" clId="Web-{00000000-0000-0000-0000-000000000000}" dt="2026-09-14T15:47:23.004" v="118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Alessio Demo" userId="S::alessio.demo@studenti.unipd.it::b9423d49-e597-4413-934c-63b52a374ef6" providerId="AD" clId="Web-{00000000-0000-0000-0000-000000000000}" dt="2026-09-14T15:45:44.550" v="82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Alessio Demo" userId="S::alessio.demo@studenti.unipd.it::b9423d49-e597-4413-934c-63b52a374ef6" providerId="AD" clId="Web-{00000000-0000-0000-0000-000000000000}" dt="2026-09-14T15:45:44.566" v="83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Alessio Demo" userId="S::alessio.demo@studenti.unipd.it::b9423d49-e597-4413-934c-63b52a374ef6" providerId="AD" clId="Web-{00000000-0000-0000-0000-000000000000}" dt="2026-09-14T15:45:44.581" v="84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Alessio Demo" userId="S::alessio.demo@studenti.unipd.it::b9423d49-e597-4413-934c-63b52a374ef6" providerId="AD" clId="Web-{00000000-0000-0000-0000-000000000000}" dt="2026-09-14T15:47:43.770" v="120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Alessio Demo" userId="S::alessio.demo@studenti.unipd.it::b9423d49-e597-4413-934c-63b52a374ef6" providerId="AD" clId="Web-{00000000-0000-0000-0000-000000000000}" dt="2026-09-14T15:47:43.801" v="122" actId="107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Alessio Demo" userId="S::alessio.demo@studenti.unipd.it::b9423d49-e597-4413-934c-63b52a374ef6" providerId="AD" clId="Web-{00000000-0000-0000-0000-000000000000}" dt="2026-09-14T15:47:43.833" v="124" actId="1076"/>
          <ac:spMkLst>
            <pc:docMk/>
            <pc:sldMk cId="0" sldId="256"/>
            <ac:spMk id="30" creationId="{00000000-0000-0000-0000-000000000000}"/>
          </ac:spMkLst>
        </pc:spChg>
        <pc:spChg chg="mod">
          <ac:chgData name="Alessio Demo" userId="S::alessio.demo@studenti.unipd.it::b9423d49-e597-4413-934c-63b52a374ef6" providerId="AD" clId="Web-{00000000-0000-0000-0000-000000000000}" dt="2026-09-14T15:47:43.864" v="126" actId="1076"/>
          <ac:spMkLst>
            <pc:docMk/>
            <pc:sldMk cId="0" sldId="256"/>
            <ac:spMk id="35" creationId="{00000000-0000-0000-0000-000000000000}"/>
          </ac:spMkLst>
        </pc:spChg>
        <pc:spChg chg="mod">
          <ac:chgData name="Alessio Demo" userId="S::alessio.demo@studenti.unipd.it::b9423d49-e597-4413-934c-63b52a374ef6" providerId="AD" clId="Web-{00000000-0000-0000-0000-000000000000}" dt="2026-09-14T15:47:43.879" v="128" actId="1076"/>
          <ac:spMkLst>
            <pc:docMk/>
            <pc:sldMk cId="0" sldId="256"/>
            <ac:spMk id="40" creationId="{00000000-0000-0000-0000-000000000000}"/>
          </ac:spMkLst>
        </pc:spChg>
        <pc:spChg chg="mod">
          <ac:chgData name="Alessio Demo" userId="S::alessio.demo@studenti.unipd.it::b9423d49-e597-4413-934c-63b52a374ef6" providerId="AD" clId="Web-{00000000-0000-0000-0000-000000000000}" dt="2026-09-14T15:47:43.911" v="130" actId="1076"/>
          <ac:spMkLst>
            <pc:docMk/>
            <pc:sldMk cId="0" sldId="256"/>
            <ac:spMk id="44" creationId="{00000000-0000-0000-0000-000000000000}"/>
          </ac:spMkLst>
        </pc:spChg>
        <pc:spChg chg="mod">
          <ac:chgData name="Alessio Demo" userId="S::alessio.demo@studenti.unipd.it::b9423d49-e597-4413-934c-63b52a374ef6" providerId="AD" clId="Web-{00000000-0000-0000-0000-000000000000}" dt="2026-09-14T15:47:43.942" v="132" actId="1076"/>
          <ac:spMkLst>
            <pc:docMk/>
            <pc:sldMk cId="0" sldId="256"/>
            <ac:spMk id="48" creationId="{00000000-0000-0000-0000-000000000000}"/>
          </ac:spMkLst>
        </pc:spChg>
        <pc:spChg chg="mod">
          <ac:chgData name="Alessio Demo" userId="S::alessio.demo@studenti.unipd.it::b9423d49-e597-4413-934c-63b52a374ef6" providerId="AD" clId="Web-{00000000-0000-0000-0000-000000000000}" dt="2026-09-14T15:52:05.601" v="137" actId="1076"/>
          <ac:spMkLst>
            <pc:docMk/>
            <pc:sldMk cId="0" sldId="256"/>
            <ac:spMk id="49" creationId="{00000000-0000-0000-0000-000000000000}"/>
          </ac:spMkLst>
        </pc:spChg>
        <pc:spChg chg="mod">
          <ac:chgData name="Alessio Demo" userId="S::alessio.demo@studenti.unipd.it::b9423d49-e597-4413-934c-63b52a374ef6" providerId="AD" clId="Web-{00000000-0000-0000-0000-000000000000}" dt="2026-09-14T15:52:05.616" v="138" actId="1076"/>
          <ac:spMkLst>
            <pc:docMk/>
            <pc:sldMk cId="0" sldId="256"/>
            <ac:spMk id="50" creationId="{00000000-0000-0000-0000-000000000000}"/>
          </ac:spMkLst>
        </pc:spChg>
        <pc:spChg chg="mod">
          <ac:chgData name="Alessio Demo" userId="S::alessio.demo@studenti.unipd.it::b9423d49-e597-4413-934c-63b52a374ef6" providerId="AD" clId="Web-{00000000-0000-0000-0000-000000000000}" dt="2026-09-14T15:52:05.632" v="139" actId="1076"/>
          <ac:spMkLst>
            <pc:docMk/>
            <pc:sldMk cId="0" sldId="256"/>
            <ac:spMk id="55" creationId="{00000000-0000-0000-0000-000000000000}"/>
          </ac:spMkLst>
        </pc:spChg>
        <pc:grpChg chg="del">
          <ac:chgData name="Alessio Demo" userId="S::alessio.demo@studenti.unipd.it::b9423d49-e597-4413-934c-63b52a374ef6" providerId="AD" clId="Web-{00000000-0000-0000-0000-000000000000}" dt="2026-09-14T15:29:03.367" v="0"/>
          <ac:grpSpMkLst>
            <pc:docMk/>
            <pc:sldMk cId="0" sldId="256"/>
            <ac:grpSpMk id="9" creationId="{00000000-0000-0000-0000-000000000000}"/>
          </ac:grpSpMkLst>
        </pc:grpChg>
        <pc:grpChg chg="mod">
          <ac:chgData name="Alessio Demo" userId="S::alessio.demo@studenti.unipd.it::b9423d49-e597-4413-934c-63b52a374ef6" providerId="AD" clId="Web-{00000000-0000-0000-0000-000000000000}" dt="2026-09-14T15:47:43.770" v="119" actId="1076"/>
          <ac:grpSpMkLst>
            <pc:docMk/>
            <pc:sldMk cId="0" sldId="256"/>
            <ac:grpSpMk id="17" creationId="{00000000-0000-0000-0000-000000000000}"/>
          </ac:grpSpMkLst>
        </pc:grpChg>
        <pc:grpChg chg="mod">
          <ac:chgData name="Alessio Demo" userId="S::alessio.demo@studenti.unipd.it::b9423d49-e597-4413-934c-63b52a374ef6" providerId="AD" clId="Web-{00000000-0000-0000-0000-000000000000}" dt="2026-09-14T15:47:43.786" v="121" actId="1076"/>
          <ac:grpSpMkLst>
            <pc:docMk/>
            <pc:sldMk cId="0" sldId="256"/>
            <ac:grpSpMk id="21" creationId="{00000000-0000-0000-0000-000000000000}"/>
          </ac:grpSpMkLst>
        </pc:grpChg>
        <pc:grpChg chg="mod">
          <ac:chgData name="Alessio Demo" userId="S::alessio.demo@studenti.unipd.it::b9423d49-e597-4413-934c-63b52a374ef6" providerId="AD" clId="Web-{00000000-0000-0000-0000-000000000000}" dt="2026-09-14T15:47:43.817" v="123" actId="1076"/>
          <ac:grpSpMkLst>
            <pc:docMk/>
            <pc:sldMk cId="0" sldId="256"/>
            <ac:grpSpMk id="25" creationId="{00000000-0000-0000-0000-000000000000}"/>
          </ac:grpSpMkLst>
        </pc:grpChg>
        <pc:grpChg chg="mod">
          <ac:chgData name="Alessio Demo" userId="S::alessio.demo@studenti.unipd.it::b9423d49-e597-4413-934c-63b52a374ef6" providerId="AD" clId="Web-{00000000-0000-0000-0000-000000000000}" dt="2026-09-14T15:47:43.848" v="125" actId="1076"/>
          <ac:grpSpMkLst>
            <pc:docMk/>
            <pc:sldMk cId="0" sldId="256"/>
            <ac:grpSpMk id="31" creationId="{00000000-0000-0000-0000-000000000000}"/>
          </ac:grpSpMkLst>
        </pc:grpChg>
        <pc:grpChg chg="mod">
          <ac:chgData name="Alessio Demo" userId="S::alessio.demo@studenti.unipd.it::b9423d49-e597-4413-934c-63b52a374ef6" providerId="AD" clId="Web-{00000000-0000-0000-0000-000000000000}" dt="2026-09-14T15:47:43.864" v="127" actId="1076"/>
          <ac:grpSpMkLst>
            <pc:docMk/>
            <pc:sldMk cId="0" sldId="256"/>
            <ac:grpSpMk id="36" creationId="{00000000-0000-0000-0000-000000000000}"/>
          </ac:grpSpMkLst>
        </pc:grpChg>
        <pc:grpChg chg="mod">
          <ac:chgData name="Alessio Demo" userId="S::alessio.demo@studenti.unipd.it::b9423d49-e597-4413-934c-63b52a374ef6" providerId="AD" clId="Web-{00000000-0000-0000-0000-000000000000}" dt="2026-09-14T15:47:43.895" v="129" actId="1076"/>
          <ac:grpSpMkLst>
            <pc:docMk/>
            <pc:sldMk cId="0" sldId="256"/>
            <ac:grpSpMk id="41" creationId="{00000000-0000-0000-0000-000000000000}"/>
          </ac:grpSpMkLst>
        </pc:grpChg>
        <pc:grpChg chg="mod">
          <ac:chgData name="Alessio Demo" userId="S::alessio.demo@studenti.unipd.it::b9423d49-e597-4413-934c-63b52a374ef6" providerId="AD" clId="Web-{00000000-0000-0000-0000-000000000000}" dt="2026-09-14T15:47:43.926" v="131" actId="1076"/>
          <ac:grpSpMkLst>
            <pc:docMk/>
            <pc:sldMk cId="0" sldId="256"/>
            <ac:grpSpMk id="45" creationId="{00000000-0000-0000-0000-000000000000}"/>
          </ac:grpSpMkLst>
        </pc:grpChg>
        <pc:grpChg chg="del">
          <ac:chgData name="Alessio Demo" userId="S::alessio.demo@studenti.unipd.it::b9423d49-e597-4413-934c-63b52a374ef6" providerId="AD" clId="Web-{00000000-0000-0000-0000-000000000000}" dt="2026-09-14T15:29:08.836" v="1"/>
          <ac:grpSpMkLst>
            <pc:docMk/>
            <pc:sldMk cId="0" sldId="256"/>
            <ac:grpSpMk id="51" creationId="{00000000-0000-0000-0000-000000000000}"/>
          </ac:grpSpMkLst>
        </pc:grpChg>
        <pc:picChg chg="del mod ord">
          <ac:chgData name="Alessio Demo" userId="S::alessio.demo@studenti.unipd.it::b9423d49-e597-4413-934c-63b52a374ef6" providerId="AD" clId="Web-{00000000-0000-0000-0000-000000000000}" dt="2026-09-14T15:42:52.908" v="52"/>
          <ac:picMkLst>
            <pc:docMk/>
            <pc:sldMk cId="0" sldId="256"/>
            <ac:picMk id="3" creationId="{00000000-0000-0000-0000-000000000000}"/>
          </ac:picMkLst>
        </pc:picChg>
        <pc:picChg chg="del mod">
          <ac:chgData name="Alessio Demo" userId="S::alessio.demo@studenti.unipd.it::b9423d49-e597-4413-934c-63b52a374ef6" providerId="AD" clId="Web-{00000000-0000-0000-0000-000000000000}" dt="2026-09-14T15:42:52.908" v="51"/>
          <ac:picMkLst>
            <pc:docMk/>
            <pc:sldMk cId="0" sldId="256"/>
            <ac:picMk id="4" creationId="{00000000-0000-0000-0000-000000000000}"/>
          </ac:picMkLst>
        </pc:picChg>
        <pc:picChg chg="del mod">
          <ac:chgData name="Alessio Demo" userId="S::alessio.demo@studenti.unipd.it::b9423d49-e597-4413-934c-63b52a374ef6" providerId="AD" clId="Web-{00000000-0000-0000-0000-000000000000}" dt="2026-09-14T15:42:52.908" v="50"/>
          <ac:picMkLst>
            <pc:docMk/>
            <pc:sldMk cId="0" sldId="256"/>
            <ac:picMk id="5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212788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505" y="795972"/>
            <a:ext cx="4149090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Git:</a:t>
            </a:r>
            <a:r>
              <a:rPr spc="75" dirty="0"/>
              <a:t> </a:t>
            </a:r>
            <a:r>
              <a:rPr spc="-30" dirty="0"/>
              <a:t>Version</a:t>
            </a:r>
            <a:r>
              <a:rPr spc="-45" dirty="0"/>
              <a:t> </a:t>
            </a:r>
            <a:r>
              <a:rPr dirty="0"/>
              <a:t>Control</a:t>
            </a:r>
            <a:r>
              <a:rPr spc="-50" dirty="0"/>
              <a:t> </a:t>
            </a:r>
            <a:r>
              <a:rPr spc="-35" dirty="0"/>
              <a:t>System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-130489" y="438543"/>
            <a:ext cx="2111921" cy="795026"/>
          </a:xfrm>
          <a:prstGeom prst="rect">
            <a:avLst/>
          </a:prstGeom>
        </p:spPr>
        <p:txBody>
          <a:bodyPr vert="horz" wrap="square" lIns="0" tIns="48895" rIns="0" bIns="0" rtlCol="0" anchor="t">
            <a:spAutoFit/>
          </a:bodyPr>
          <a:lstStyle/>
          <a:p>
            <a:pPr marL="12700">
              <a:spcBef>
                <a:spcPts val="385"/>
              </a:spcBef>
            </a:pPr>
            <a:r>
              <a:rPr lang="en-US" sz="800" spc="-50" dirty="0">
                <a:latin typeface="Arial Black"/>
                <a:cs typeface="Arial Black"/>
              </a:rPr>
              <a:t>         </a:t>
            </a:r>
            <a:r>
              <a:rPr sz="800" spc="-50" dirty="0">
                <a:latin typeface="Arial Black"/>
                <a:cs typeface="Arial Black"/>
              </a:rPr>
              <a:t>What</a:t>
            </a:r>
            <a:r>
              <a:rPr sz="800" spc="15" dirty="0">
                <a:latin typeface="Arial Black"/>
                <a:cs typeface="Arial Black"/>
              </a:rPr>
              <a:t> </a:t>
            </a:r>
            <a:r>
              <a:rPr sz="800" spc="-114" dirty="0">
                <a:latin typeface="Arial Black"/>
                <a:cs typeface="Arial Black"/>
              </a:rPr>
              <a:t>is</a:t>
            </a:r>
            <a:r>
              <a:rPr sz="800" spc="20" dirty="0">
                <a:latin typeface="Arial Black"/>
                <a:cs typeface="Arial Black"/>
              </a:rPr>
              <a:t> </a:t>
            </a:r>
            <a:r>
              <a:rPr sz="800" spc="-25" dirty="0">
                <a:latin typeface="Arial Black"/>
                <a:cs typeface="Arial Black"/>
              </a:rPr>
              <a:t>it?</a:t>
            </a:r>
            <a:endParaRPr lang="en-US" sz="800">
              <a:latin typeface="Arial Black"/>
              <a:cs typeface="Arial Black"/>
            </a:endParaRPr>
          </a:p>
          <a:p>
            <a:pPr marL="461010" marR="5080" indent="-171450">
              <a:lnSpc>
                <a:spcPts val="950"/>
              </a:lnSpc>
              <a:spcBef>
                <a:spcPts val="325"/>
              </a:spcBef>
              <a:buFont typeface="Arial"/>
              <a:buChar char="•"/>
            </a:pPr>
            <a:r>
              <a:rPr sz="800" dirty="0">
                <a:latin typeface="Arial MT"/>
                <a:cs typeface="Arial MT"/>
              </a:rPr>
              <a:t>Git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tracks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project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40" dirty="0">
                <a:latin typeface="Arial MT"/>
                <a:cs typeface="Arial MT"/>
              </a:rPr>
              <a:t>changes</a:t>
            </a:r>
            <a:r>
              <a:rPr sz="800" spc="-10" dirty="0">
                <a:latin typeface="Arial MT"/>
                <a:cs typeface="Arial MT"/>
              </a:rPr>
              <a:t> over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time.</a:t>
            </a:r>
            <a:endParaRPr lang="en-US" sz="800" dirty="0">
              <a:latin typeface="Arial MT"/>
              <a:cs typeface="Arial MT"/>
            </a:endParaRPr>
          </a:p>
          <a:p>
            <a:pPr marL="461010" marR="20955" indent="-171450">
              <a:lnSpc>
                <a:spcPts val="950"/>
              </a:lnSpc>
              <a:spcBef>
                <a:spcPts val="290"/>
              </a:spcBef>
              <a:buFont typeface="Arial"/>
              <a:buChar char="•"/>
            </a:pPr>
            <a:r>
              <a:rPr sz="800" dirty="0">
                <a:latin typeface="Arial MT"/>
                <a:cs typeface="Arial MT"/>
              </a:rPr>
              <a:t>It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helps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teams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collaborate </a:t>
            </a:r>
            <a:r>
              <a:rPr sz="800" dirty="0">
                <a:latin typeface="Arial MT"/>
                <a:cs typeface="Arial MT"/>
              </a:rPr>
              <a:t>without</a:t>
            </a:r>
            <a:r>
              <a:rPr sz="800" spc="8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losing</a:t>
            </a:r>
            <a:r>
              <a:rPr sz="800" spc="8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work.</a:t>
            </a:r>
            <a:endParaRPr sz="800">
              <a:latin typeface="Arial MT"/>
              <a:cs typeface="Arial MT"/>
            </a:endParaRPr>
          </a:p>
          <a:p>
            <a:pPr marL="461010" indent="-171450">
              <a:lnSpc>
                <a:spcPts val="955"/>
              </a:lnSpc>
              <a:spcBef>
                <a:spcPts val="254"/>
              </a:spcBef>
              <a:buFont typeface="Arial"/>
              <a:buChar char="•"/>
            </a:pPr>
            <a:r>
              <a:rPr sz="800" spc="-10" dirty="0">
                <a:latin typeface="Arial MT"/>
                <a:cs typeface="Arial MT"/>
              </a:rPr>
              <a:t>Every </a:t>
            </a:r>
            <a:r>
              <a:rPr sz="800" spc="-35" dirty="0">
                <a:latin typeface="Arial MT"/>
                <a:cs typeface="Arial MT"/>
              </a:rPr>
              <a:t>saved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change</a:t>
            </a:r>
            <a:r>
              <a:rPr sz="800" dirty="0">
                <a:latin typeface="Arial MT"/>
                <a:cs typeface="Arial MT"/>
              </a:rPr>
              <a:t> is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lang="en-US" sz="800" spc="-50" dirty="0">
                <a:latin typeface="Arial MT"/>
                <a:cs typeface="Arial MT"/>
              </a:rPr>
              <a:t>a  </a:t>
            </a:r>
            <a:r>
              <a:rPr lang="en-US" sz="800" spc="-10" dirty="0">
                <a:latin typeface="Arial Black"/>
                <a:cs typeface="Arial MT"/>
              </a:rPr>
              <a:t>commit</a:t>
            </a:r>
            <a:r>
              <a:rPr sz="800" spc="-10" dirty="0">
                <a:latin typeface="Arial MT"/>
                <a:cs typeface="Arial MT"/>
              </a:rPr>
              <a:t>.</a:t>
            </a:r>
            <a:endParaRPr sz="800" dirty="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0290" y="1460938"/>
            <a:ext cx="1661795" cy="198755"/>
          </a:xfrm>
          <a:custGeom>
            <a:avLst/>
            <a:gdLst/>
            <a:ahLst/>
            <a:cxnLst/>
            <a:rect l="l" t="t" r="r" b="b"/>
            <a:pathLst>
              <a:path w="1661795" h="198755">
                <a:moveTo>
                  <a:pt x="1610588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1661388" y="198363"/>
                </a:lnTo>
                <a:lnTo>
                  <a:pt x="1661388" y="50800"/>
                </a:lnTo>
                <a:lnTo>
                  <a:pt x="1657380" y="31075"/>
                </a:lnTo>
                <a:lnTo>
                  <a:pt x="1646466" y="14922"/>
                </a:lnTo>
                <a:lnTo>
                  <a:pt x="1630313" y="4008"/>
                </a:lnTo>
                <a:lnTo>
                  <a:pt x="1610588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1091" y="1429261"/>
            <a:ext cx="741680" cy="2222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spc="-25" dirty="0">
                <a:latin typeface="Tahoma"/>
                <a:cs typeface="Tahoma"/>
              </a:rPr>
              <a:t>Why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100" dirty="0">
                <a:latin typeface="Tahoma"/>
                <a:cs typeface="Tahoma"/>
              </a:rPr>
              <a:t>use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it?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-120445" y="1648854"/>
            <a:ext cx="2137867" cy="50193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448310" marR="207645" indent="-171450" algn="just">
              <a:lnSpc>
                <a:spcPct val="129700"/>
              </a:lnSpc>
              <a:spcBef>
                <a:spcPts val="100"/>
              </a:spcBef>
              <a:buFont typeface="Arial"/>
              <a:buChar char="•"/>
            </a:pPr>
            <a:r>
              <a:rPr sz="800" spc="-25" dirty="0">
                <a:latin typeface="Arial MT"/>
                <a:cs typeface="Arial MT"/>
              </a:rPr>
              <a:t>Recover </a:t>
            </a:r>
            <a:r>
              <a:rPr sz="800" spc="-20" dirty="0">
                <a:latin typeface="Arial MT"/>
                <a:cs typeface="Arial MT"/>
              </a:rPr>
              <a:t>previous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versions</a:t>
            </a:r>
            <a:endParaRPr lang="en-US" sz="800" dirty="0">
              <a:latin typeface="Arial MT"/>
              <a:cs typeface="Arial MT"/>
            </a:endParaRPr>
          </a:p>
          <a:p>
            <a:pPr marL="448310" marR="207645" indent="-171450" algn="just">
              <a:lnSpc>
                <a:spcPct val="129700"/>
              </a:lnSpc>
              <a:spcBef>
                <a:spcPts val="100"/>
              </a:spcBef>
              <a:buFont typeface="Arial"/>
              <a:buChar char="•"/>
            </a:pPr>
            <a:r>
              <a:rPr sz="800" dirty="0">
                <a:latin typeface="Arial MT"/>
                <a:cs typeface="Arial MT"/>
              </a:rPr>
              <a:t>Work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on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multiple</a:t>
            </a:r>
            <a:r>
              <a:rPr sz="800" spc="6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features</a:t>
            </a:r>
            <a:r>
              <a:rPr sz="800" spc="-10" dirty="0">
                <a:latin typeface="Arial MT"/>
                <a:cs typeface="Arial MT"/>
              </a:rPr>
              <a:t> </a:t>
            </a:r>
            <a:endParaRPr lang="en-US" sz="800" dirty="0">
              <a:latin typeface="Arial MT"/>
              <a:cs typeface="Arial MT"/>
            </a:endParaRPr>
          </a:p>
          <a:p>
            <a:pPr marL="448310" marR="207645" indent="-171450" algn="just">
              <a:lnSpc>
                <a:spcPct val="129700"/>
              </a:lnSpc>
              <a:spcBef>
                <a:spcPts val="100"/>
              </a:spcBef>
              <a:buFont typeface="Arial"/>
              <a:buChar char="•"/>
            </a:pPr>
            <a:r>
              <a:rPr sz="800" spc="-10" dirty="0">
                <a:latin typeface="Arial MT"/>
                <a:cs typeface="Arial MT"/>
              </a:rPr>
              <a:t>Collaborate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safely</a:t>
            </a:r>
            <a:endParaRPr sz="800" dirty="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857912" y="493916"/>
            <a:ext cx="847725" cy="250825"/>
            <a:chOff x="2640248" y="636303"/>
            <a:chExt cx="847725" cy="250825"/>
          </a:xfrm>
        </p:grpSpPr>
        <p:sp>
          <p:nvSpPr>
            <p:cNvPr id="18" name="object 18"/>
            <p:cNvSpPr/>
            <p:nvPr/>
          </p:nvSpPr>
          <p:spPr>
            <a:xfrm>
              <a:off x="2643423" y="639478"/>
              <a:ext cx="841375" cy="244475"/>
            </a:xfrm>
            <a:custGeom>
              <a:avLst/>
              <a:gdLst/>
              <a:ahLst/>
              <a:cxnLst/>
              <a:rect l="l" t="t" r="r" b="b"/>
              <a:pathLst>
                <a:path w="841375" h="244475">
                  <a:moveTo>
                    <a:pt x="781990" y="0"/>
                  </a:moveTo>
                  <a:lnTo>
                    <a:pt x="59123" y="0"/>
                  </a:lnTo>
                  <a:lnTo>
                    <a:pt x="36109" y="4646"/>
                  </a:lnTo>
                  <a:lnTo>
                    <a:pt x="17316" y="17316"/>
                  </a:lnTo>
                  <a:lnTo>
                    <a:pt x="4646" y="36109"/>
                  </a:lnTo>
                  <a:lnTo>
                    <a:pt x="0" y="59123"/>
                  </a:lnTo>
                  <a:lnTo>
                    <a:pt x="0" y="184799"/>
                  </a:lnTo>
                  <a:lnTo>
                    <a:pt x="4646" y="207813"/>
                  </a:lnTo>
                  <a:lnTo>
                    <a:pt x="17316" y="226606"/>
                  </a:lnTo>
                  <a:lnTo>
                    <a:pt x="36109" y="239277"/>
                  </a:lnTo>
                  <a:lnTo>
                    <a:pt x="59123" y="243923"/>
                  </a:lnTo>
                  <a:lnTo>
                    <a:pt x="781990" y="243923"/>
                  </a:lnTo>
                  <a:lnTo>
                    <a:pt x="805004" y="239277"/>
                  </a:lnTo>
                  <a:lnTo>
                    <a:pt x="823797" y="226606"/>
                  </a:lnTo>
                  <a:lnTo>
                    <a:pt x="836468" y="207813"/>
                  </a:lnTo>
                  <a:lnTo>
                    <a:pt x="841114" y="184799"/>
                  </a:lnTo>
                  <a:lnTo>
                    <a:pt x="841114" y="59123"/>
                  </a:lnTo>
                  <a:lnTo>
                    <a:pt x="836468" y="36109"/>
                  </a:lnTo>
                  <a:lnTo>
                    <a:pt x="823797" y="17316"/>
                  </a:lnTo>
                  <a:lnTo>
                    <a:pt x="805004" y="4646"/>
                  </a:lnTo>
                  <a:lnTo>
                    <a:pt x="78199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643423" y="639478"/>
              <a:ext cx="841375" cy="244475"/>
            </a:xfrm>
            <a:custGeom>
              <a:avLst/>
              <a:gdLst/>
              <a:ahLst/>
              <a:cxnLst/>
              <a:rect l="l" t="t" r="r" b="b"/>
              <a:pathLst>
                <a:path w="841375" h="244475">
                  <a:moveTo>
                    <a:pt x="781990" y="0"/>
                  </a:moveTo>
                  <a:lnTo>
                    <a:pt x="59123" y="0"/>
                  </a:lnTo>
                  <a:lnTo>
                    <a:pt x="36109" y="4646"/>
                  </a:lnTo>
                  <a:lnTo>
                    <a:pt x="17316" y="17316"/>
                  </a:lnTo>
                  <a:lnTo>
                    <a:pt x="4646" y="36109"/>
                  </a:lnTo>
                  <a:lnTo>
                    <a:pt x="0" y="59123"/>
                  </a:lnTo>
                  <a:lnTo>
                    <a:pt x="0" y="184799"/>
                  </a:lnTo>
                  <a:lnTo>
                    <a:pt x="4646" y="207813"/>
                  </a:lnTo>
                  <a:lnTo>
                    <a:pt x="17316" y="226606"/>
                  </a:lnTo>
                  <a:lnTo>
                    <a:pt x="36109" y="239277"/>
                  </a:lnTo>
                  <a:lnTo>
                    <a:pt x="59123" y="243923"/>
                  </a:lnTo>
                  <a:lnTo>
                    <a:pt x="781990" y="243923"/>
                  </a:lnTo>
                  <a:lnTo>
                    <a:pt x="805004" y="239277"/>
                  </a:lnTo>
                  <a:lnTo>
                    <a:pt x="823797" y="226606"/>
                  </a:lnTo>
                  <a:lnTo>
                    <a:pt x="836468" y="207813"/>
                  </a:lnTo>
                  <a:lnTo>
                    <a:pt x="841114" y="184799"/>
                  </a:lnTo>
                  <a:lnTo>
                    <a:pt x="841114" y="59123"/>
                  </a:lnTo>
                  <a:lnTo>
                    <a:pt x="836468" y="36109"/>
                  </a:lnTo>
                  <a:lnTo>
                    <a:pt x="823797" y="17316"/>
                  </a:lnTo>
                  <a:lnTo>
                    <a:pt x="805004" y="4646"/>
                  </a:lnTo>
                  <a:lnTo>
                    <a:pt x="781990" y="0"/>
                  </a:lnTo>
                  <a:close/>
                </a:path>
              </a:pathLst>
            </a:custGeom>
            <a:ln w="5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909271" y="539848"/>
            <a:ext cx="7454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Arial MT"/>
                <a:cs typeface="Arial MT"/>
              </a:rPr>
              <a:t>Working</a:t>
            </a:r>
            <a:r>
              <a:rPr sz="700" spc="4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Directory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857912" y="1046553"/>
            <a:ext cx="847725" cy="250825"/>
            <a:chOff x="2640248" y="1188940"/>
            <a:chExt cx="847725" cy="250825"/>
          </a:xfrm>
        </p:grpSpPr>
        <p:sp>
          <p:nvSpPr>
            <p:cNvPr id="22" name="object 22"/>
            <p:cNvSpPr/>
            <p:nvPr/>
          </p:nvSpPr>
          <p:spPr>
            <a:xfrm>
              <a:off x="2643423" y="1192115"/>
              <a:ext cx="841375" cy="244475"/>
            </a:xfrm>
            <a:custGeom>
              <a:avLst/>
              <a:gdLst/>
              <a:ahLst/>
              <a:cxnLst/>
              <a:rect l="l" t="t" r="r" b="b"/>
              <a:pathLst>
                <a:path w="841375" h="244475">
                  <a:moveTo>
                    <a:pt x="781990" y="0"/>
                  </a:moveTo>
                  <a:lnTo>
                    <a:pt x="59123" y="0"/>
                  </a:lnTo>
                  <a:lnTo>
                    <a:pt x="36109" y="4646"/>
                  </a:lnTo>
                  <a:lnTo>
                    <a:pt x="17316" y="17316"/>
                  </a:lnTo>
                  <a:lnTo>
                    <a:pt x="4646" y="36109"/>
                  </a:lnTo>
                  <a:lnTo>
                    <a:pt x="0" y="59123"/>
                  </a:lnTo>
                  <a:lnTo>
                    <a:pt x="0" y="184800"/>
                  </a:lnTo>
                  <a:lnTo>
                    <a:pt x="4646" y="207813"/>
                  </a:lnTo>
                  <a:lnTo>
                    <a:pt x="17316" y="226606"/>
                  </a:lnTo>
                  <a:lnTo>
                    <a:pt x="36109" y="239277"/>
                  </a:lnTo>
                  <a:lnTo>
                    <a:pt x="59123" y="243923"/>
                  </a:lnTo>
                  <a:lnTo>
                    <a:pt x="781990" y="243923"/>
                  </a:lnTo>
                  <a:lnTo>
                    <a:pt x="805004" y="239277"/>
                  </a:lnTo>
                  <a:lnTo>
                    <a:pt x="823797" y="226606"/>
                  </a:lnTo>
                  <a:lnTo>
                    <a:pt x="836468" y="207813"/>
                  </a:lnTo>
                  <a:lnTo>
                    <a:pt x="841114" y="184800"/>
                  </a:lnTo>
                  <a:lnTo>
                    <a:pt x="841114" y="59123"/>
                  </a:lnTo>
                  <a:lnTo>
                    <a:pt x="836468" y="36109"/>
                  </a:lnTo>
                  <a:lnTo>
                    <a:pt x="823797" y="17316"/>
                  </a:lnTo>
                  <a:lnTo>
                    <a:pt x="805004" y="4646"/>
                  </a:lnTo>
                  <a:lnTo>
                    <a:pt x="78199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643423" y="1192115"/>
              <a:ext cx="841375" cy="244475"/>
            </a:xfrm>
            <a:custGeom>
              <a:avLst/>
              <a:gdLst/>
              <a:ahLst/>
              <a:cxnLst/>
              <a:rect l="l" t="t" r="r" b="b"/>
              <a:pathLst>
                <a:path w="841375" h="244475">
                  <a:moveTo>
                    <a:pt x="781990" y="0"/>
                  </a:moveTo>
                  <a:lnTo>
                    <a:pt x="59123" y="0"/>
                  </a:lnTo>
                  <a:lnTo>
                    <a:pt x="36109" y="4646"/>
                  </a:lnTo>
                  <a:lnTo>
                    <a:pt x="17316" y="17316"/>
                  </a:lnTo>
                  <a:lnTo>
                    <a:pt x="4646" y="36109"/>
                  </a:lnTo>
                  <a:lnTo>
                    <a:pt x="0" y="59123"/>
                  </a:lnTo>
                  <a:lnTo>
                    <a:pt x="0" y="184800"/>
                  </a:lnTo>
                  <a:lnTo>
                    <a:pt x="4646" y="207813"/>
                  </a:lnTo>
                  <a:lnTo>
                    <a:pt x="17316" y="226606"/>
                  </a:lnTo>
                  <a:lnTo>
                    <a:pt x="36109" y="239277"/>
                  </a:lnTo>
                  <a:lnTo>
                    <a:pt x="59123" y="243923"/>
                  </a:lnTo>
                  <a:lnTo>
                    <a:pt x="781990" y="243923"/>
                  </a:lnTo>
                  <a:lnTo>
                    <a:pt x="805004" y="239277"/>
                  </a:lnTo>
                  <a:lnTo>
                    <a:pt x="823797" y="226606"/>
                  </a:lnTo>
                  <a:lnTo>
                    <a:pt x="836468" y="207813"/>
                  </a:lnTo>
                  <a:lnTo>
                    <a:pt x="841114" y="184800"/>
                  </a:lnTo>
                  <a:lnTo>
                    <a:pt x="841114" y="59123"/>
                  </a:lnTo>
                  <a:lnTo>
                    <a:pt x="836468" y="36109"/>
                  </a:lnTo>
                  <a:lnTo>
                    <a:pt x="823797" y="17316"/>
                  </a:lnTo>
                  <a:lnTo>
                    <a:pt x="805004" y="4646"/>
                  </a:lnTo>
                  <a:lnTo>
                    <a:pt x="781990" y="0"/>
                  </a:lnTo>
                  <a:close/>
                </a:path>
              </a:pathLst>
            </a:custGeom>
            <a:ln w="5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013658" y="1092480"/>
            <a:ext cx="5365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Arial MT"/>
                <a:cs typeface="Arial MT"/>
              </a:rPr>
              <a:t>Staging </a:t>
            </a:r>
            <a:r>
              <a:rPr sz="700" spc="-20" dirty="0">
                <a:latin typeface="Arial MT"/>
                <a:cs typeface="Arial MT"/>
              </a:rPr>
              <a:t>Area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57912" y="1599191"/>
            <a:ext cx="847725" cy="803275"/>
            <a:chOff x="2640248" y="1741578"/>
            <a:chExt cx="847725" cy="803275"/>
          </a:xfrm>
        </p:grpSpPr>
        <p:sp>
          <p:nvSpPr>
            <p:cNvPr id="26" name="object 26"/>
            <p:cNvSpPr/>
            <p:nvPr/>
          </p:nvSpPr>
          <p:spPr>
            <a:xfrm>
              <a:off x="2643423" y="1744753"/>
              <a:ext cx="841375" cy="244475"/>
            </a:xfrm>
            <a:custGeom>
              <a:avLst/>
              <a:gdLst/>
              <a:ahLst/>
              <a:cxnLst/>
              <a:rect l="l" t="t" r="r" b="b"/>
              <a:pathLst>
                <a:path w="841375" h="244475">
                  <a:moveTo>
                    <a:pt x="781990" y="0"/>
                  </a:moveTo>
                  <a:lnTo>
                    <a:pt x="59123" y="0"/>
                  </a:lnTo>
                  <a:lnTo>
                    <a:pt x="36109" y="4646"/>
                  </a:lnTo>
                  <a:lnTo>
                    <a:pt x="17316" y="17316"/>
                  </a:lnTo>
                  <a:lnTo>
                    <a:pt x="4646" y="36109"/>
                  </a:lnTo>
                  <a:lnTo>
                    <a:pt x="0" y="59123"/>
                  </a:lnTo>
                  <a:lnTo>
                    <a:pt x="0" y="184800"/>
                  </a:lnTo>
                  <a:lnTo>
                    <a:pt x="4646" y="207813"/>
                  </a:lnTo>
                  <a:lnTo>
                    <a:pt x="17316" y="226607"/>
                  </a:lnTo>
                  <a:lnTo>
                    <a:pt x="36109" y="239277"/>
                  </a:lnTo>
                  <a:lnTo>
                    <a:pt x="59123" y="243923"/>
                  </a:lnTo>
                  <a:lnTo>
                    <a:pt x="781990" y="243923"/>
                  </a:lnTo>
                  <a:lnTo>
                    <a:pt x="805004" y="239277"/>
                  </a:lnTo>
                  <a:lnTo>
                    <a:pt x="823797" y="226607"/>
                  </a:lnTo>
                  <a:lnTo>
                    <a:pt x="836468" y="207813"/>
                  </a:lnTo>
                  <a:lnTo>
                    <a:pt x="841114" y="184800"/>
                  </a:lnTo>
                  <a:lnTo>
                    <a:pt x="841114" y="59123"/>
                  </a:lnTo>
                  <a:lnTo>
                    <a:pt x="836468" y="36109"/>
                  </a:lnTo>
                  <a:lnTo>
                    <a:pt x="823797" y="17316"/>
                  </a:lnTo>
                  <a:lnTo>
                    <a:pt x="805004" y="4646"/>
                  </a:lnTo>
                  <a:lnTo>
                    <a:pt x="78199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43423" y="1744753"/>
              <a:ext cx="841375" cy="244475"/>
            </a:xfrm>
            <a:custGeom>
              <a:avLst/>
              <a:gdLst/>
              <a:ahLst/>
              <a:cxnLst/>
              <a:rect l="l" t="t" r="r" b="b"/>
              <a:pathLst>
                <a:path w="841375" h="244475">
                  <a:moveTo>
                    <a:pt x="781990" y="0"/>
                  </a:moveTo>
                  <a:lnTo>
                    <a:pt x="59123" y="0"/>
                  </a:lnTo>
                  <a:lnTo>
                    <a:pt x="36109" y="4646"/>
                  </a:lnTo>
                  <a:lnTo>
                    <a:pt x="17316" y="17316"/>
                  </a:lnTo>
                  <a:lnTo>
                    <a:pt x="4646" y="36109"/>
                  </a:lnTo>
                  <a:lnTo>
                    <a:pt x="0" y="59123"/>
                  </a:lnTo>
                  <a:lnTo>
                    <a:pt x="0" y="184800"/>
                  </a:lnTo>
                  <a:lnTo>
                    <a:pt x="4646" y="207813"/>
                  </a:lnTo>
                  <a:lnTo>
                    <a:pt x="17316" y="226607"/>
                  </a:lnTo>
                  <a:lnTo>
                    <a:pt x="36109" y="239277"/>
                  </a:lnTo>
                  <a:lnTo>
                    <a:pt x="59123" y="243923"/>
                  </a:lnTo>
                  <a:lnTo>
                    <a:pt x="781990" y="243923"/>
                  </a:lnTo>
                  <a:lnTo>
                    <a:pt x="805004" y="239277"/>
                  </a:lnTo>
                  <a:lnTo>
                    <a:pt x="823797" y="226607"/>
                  </a:lnTo>
                  <a:lnTo>
                    <a:pt x="836468" y="207813"/>
                  </a:lnTo>
                  <a:lnTo>
                    <a:pt x="841114" y="184800"/>
                  </a:lnTo>
                  <a:lnTo>
                    <a:pt x="841114" y="59123"/>
                  </a:lnTo>
                  <a:lnTo>
                    <a:pt x="836468" y="36109"/>
                  </a:lnTo>
                  <a:lnTo>
                    <a:pt x="823797" y="17316"/>
                  </a:lnTo>
                  <a:lnTo>
                    <a:pt x="805004" y="4646"/>
                  </a:lnTo>
                  <a:lnTo>
                    <a:pt x="781990" y="0"/>
                  </a:lnTo>
                  <a:close/>
                </a:path>
              </a:pathLst>
            </a:custGeom>
            <a:ln w="5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643423" y="2297390"/>
              <a:ext cx="841375" cy="244475"/>
            </a:xfrm>
            <a:custGeom>
              <a:avLst/>
              <a:gdLst/>
              <a:ahLst/>
              <a:cxnLst/>
              <a:rect l="l" t="t" r="r" b="b"/>
              <a:pathLst>
                <a:path w="841375" h="244475">
                  <a:moveTo>
                    <a:pt x="781990" y="0"/>
                  </a:moveTo>
                  <a:lnTo>
                    <a:pt x="59123" y="0"/>
                  </a:lnTo>
                  <a:lnTo>
                    <a:pt x="36109" y="4646"/>
                  </a:lnTo>
                  <a:lnTo>
                    <a:pt x="17316" y="17316"/>
                  </a:lnTo>
                  <a:lnTo>
                    <a:pt x="4646" y="36109"/>
                  </a:lnTo>
                  <a:lnTo>
                    <a:pt x="0" y="59123"/>
                  </a:lnTo>
                  <a:lnTo>
                    <a:pt x="0" y="184800"/>
                  </a:lnTo>
                  <a:lnTo>
                    <a:pt x="4646" y="207814"/>
                  </a:lnTo>
                  <a:lnTo>
                    <a:pt x="17316" y="226607"/>
                  </a:lnTo>
                  <a:lnTo>
                    <a:pt x="36109" y="239277"/>
                  </a:lnTo>
                  <a:lnTo>
                    <a:pt x="59123" y="243923"/>
                  </a:lnTo>
                  <a:lnTo>
                    <a:pt x="781990" y="243923"/>
                  </a:lnTo>
                  <a:lnTo>
                    <a:pt x="805004" y="239277"/>
                  </a:lnTo>
                  <a:lnTo>
                    <a:pt x="823797" y="226607"/>
                  </a:lnTo>
                  <a:lnTo>
                    <a:pt x="836468" y="207814"/>
                  </a:lnTo>
                  <a:lnTo>
                    <a:pt x="841114" y="184800"/>
                  </a:lnTo>
                  <a:lnTo>
                    <a:pt x="841114" y="59123"/>
                  </a:lnTo>
                  <a:lnTo>
                    <a:pt x="836468" y="36109"/>
                  </a:lnTo>
                  <a:lnTo>
                    <a:pt x="823797" y="17316"/>
                  </a:lnTo>
                  <a:lnTo>
                    <a:pt x="805004" y="4646"/>
                  </a:lnTo>
                  <a:lnTo>
                    <a:pt x="78199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643423" y="2297391"/>
              <a:ext cx="841375" cy="244475"/>
            </a:xfrm>
            <a:custGeom>
              <a:avLst/>
              <a:gdLst/>
              <a:ahLst/>
              <a:cxnLst/>
              <a:rect l="l" t="t" r="r" b="b"/>
              <a:pathLst>
                <a:path w="841375" h="244475">
                  <a:moveTo>
                    <a:pt x="781990" y="0"/>
                  </a:moveTo>
                  <a:lnTo>
                    <a:pt x="59123" y="0"/>
                  </a:lnTo>
                  <a:lnTo>
                    <a:pt x="36109" y="4646"/>
                  </a:lnTo>
                  <a:lnTo>
                    <a:pt x="17316" y="17316"/>
                  </a:lnTo>
                  <a:lnTo>
                    <a:pt x="4646" y="36109"/>
                  </a:lnTo>
                  <a:lnTo>
                    <a:pt x="0" y="59123"/>
                  </a:lnTo>
                  <a:lnTo>
                    <a:pt x="0" y="184800"/>
                  </a:lnTo>
                  <a:lnTo>
                    <a:pt x="4646" y="207814"/>
                  </a:lnTo>
                  <a:lnTo>
                    <a:pt x="17316" y="226607"/>
                  </a:lnTo>
                  <a:lnTo>
                    <a:pt x="36109" y="239277"/>
                  </a:lnTo>
                  <a:lnTo>
                    <a:pt x="59123" y="243923"/>
                  </a:lnTo>
                  <a:lnTo>
                    <a:pt x="781990" y="243923"/>
                  </a:lnTo>
                  <a:lnTo>
                    <a:pt x="805004" y="239277"/>
                  </a:lnTo>
                  <a:lnTo>
                    <a:pt x="823797" y="226607"/>
                  </a:lnTo>
                  <a:lnTo>
                    <a:pt x="836468" y="207814"/>
                  </a:lnTo>
                  <a:lnTo>
                    <a:pt x="841114" y="184800"/>
                  </a:lnTo>
                  <a:lnTo>
                    <a:pt x="841114" y="59123"/>
                  </a:lnTo>
                  <a:lnTo>
                    <a:pt x="836468" y="36109"/>
                  </a:lnTo>
                  <a:lnTo>
                    <a:pt x="823797" y="17316"/>
                  </a:lnTo>
                  <a:lnTo>
                    <a:pt x="805004" y="4646"/>
                  </a:lnTo>
                  <a:lnTo>
                    <a:pt x="781990" y="0"/>
                  </a:lnTo>
                  <a:close/>
                </a:path>
              </a:pathLst>
            </a:custGeom>
            <a:ln w="5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002264" y="2197742"/>
            <a:ext cx="5594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 MT"/>
                <a:cs typeface="Arial MT"/>
              </a:rPr>
              <a:t>Remote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spc="-20" dirty="0">
                <a:latin typeface="Arial MT"/>
                <a:cs typeface="Arial MT"/>
              </a:rPr>
              <a:t>Repo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252310" y="737938"/>
            <a:ext cx="59055" cy="298450"/>
            <a:chOff x="3034646" y="880325"/>
            <a:chExt cx="59055" cy="298450"/>
          </a:xfrm>
        </p:grpSpPr>
        <p:sp>
          <p:nvSpPr>
            <p:cNvPr id="32" name="object 32"/>
            <p:cNvSpPr/>
            <p:nvPr/>
          </p:nvSpPr>
          <p:spPr>
            <a:xfrm>
              <a:off x="3063980" y="886357"/>
              <a:ext cx="0" cy="241935"/>
            </a:xfrm>
            <a:custGeom>
              <a:avLst/>
              <a:gdLst/>
              <a:ahLst/>
              <a:cxnLst/>
              <a:rect l="l" t="t" r="r" b="b"/>
              <a:pathLst>
                <a:path h="241934">
                  <a:moveTo>
                    <a:pt x="0" y="0"/>
                  </a:moveTo>
                  <a:lnTo>
                    <a:pt x="0" y="241819"/>
                  </a:lnTo>
                </a:path>
              </a:pathLst>
            </a:custGeom>
            <a:ln w="11824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040678" y="1110699"/>
              <a:ext cx="46990" cy="62230"/>
            </a:xfrm>
            <a:custGeom>
              <a:avLst/>
              <a:gdLst/>
              <a:ahLst/>
              <a:cxnLst/>
              <a:rect l="l" t="t" r="r" b="b"/>
              <a:pathLst>
                <a:path w="46989" h="62230">
                  <a:moveTo>
                    <a:pt x="46603" y="0"/>
                  </a:moveTo>
                  <a:lnTo>
                    <a:pt x="23301" y="20434"/>
                  </a:lnTo>
                  <a:lnTo>
                    <a:pt x="0" y="0"/>
                  </a:lnTo>
                  <a:lnTo>
                    <a:pt x="23301" y="61621"/>
                  </a:lnTo>
                  <a:lnTo>
                    <a:pt x="46603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40678" y="1110699"/>
              <a:ext cx="46990" cy="62230"/>
            </a:xfrm>
            <a:custGeom>
              <a:avLst/>
              <a:gdLst/>
              <a:ahLst/>
              <a:cxnLst/>
              <a:rect l="l" t="t" r="r" b="b"/>
              <a:pathLst>
                <a:path w="46989" h="62230">
                  <a:moveTo>
                    <a:pt x="23301" y="61621"/>
                  </a:moveTo>
                  <a:lnTo>
                    <a:pt x="46603" y="0"/>
                  </a:lnTo>
                  <a:lnTo>
                    <a:pt x="23301" y="20434"/>
                  </a:lnTo>
                  <a:lnTo>
                    <a:pt x="0" y="0"/>
                  </a:lnTo>
                  <a:lnTo>
                    <a:pt x="23301" y="61621"/>
                  </a:lnTo>
                  <a:close/>
                </a:path>
              </a:pathLst>
            </a:custGeom>
            <a:ln w="11824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304417" y="816157"/>
            <a:ext cx="3028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A5A5A5"/>
                </a:solidFill>
                <a:latin typeface="Arial MT"/>
                <a:cs typeface="Arial MT"/>
              </a:rPr>
              <a:t>git</a:t>
            </a:r>
            <a:r>
              <a:rPr sz="700" spc="110" dirty="0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A5A5A5"/>
                </a:solidFill>
                <a:latin typeface="Arial MT"/>
                <a:cs typeface="Arial MT"/>
              </a:rPr>
              <a:t>add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252310" y="1290576"/>
            <a:ext cx="59055" cy="298450"/>
            <a:chOff x="3034646" y="1432963"/>
            <a:chExt cx="59055" cy="298450"/>
          </a:xfrm>
        </p:grpSpPr>
        <p:sp>
          <p:nvSpPr>
            <p:cNvPr id="37" name="object 37"/>
            <p:cNvSpPr/>
            <p:nvPr/>
          </p:nvSpPr>
          <p:spPr>
            <a:xfrm>
              <a:off x="3063980" y="1438995"/>
              <a:ext cx="0" cy="241935"/>
            </a:xfrm>
            <a:custGeom>
              <a:avLst/>
              <a:gdLst/>
              <a:ahLst/>
              <a:cxnLst/>
              <a:rect l="l" t="t" r="r" b="b"/>
              <a:pathLst>
                <a:path h="241935">
                  <a:moveTo>
                    <a:pt x="0" y="0"/>
                  </a:moveTo>
                  <a:lnTo>
                    <a:pt x="0" y="241819"/>
                  </a:lnTo>
                </a:path>
              </a:pathLst>
            </a:custGeom>
            <a:ln w="11824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40678" y="1663337"/>
              <a:ext cx="46990" cy="62230"/>
            </a:xfrm>
            <a:custGeom>
              <a:avLst/>
              <a:gdLst/>
              <a:ahLst/>
              <a:cxnLst/>
              <a:rect l="l" t="t" r="r" b="b"/>
              <a:pathLst>
                <a:path w="46989" h="62230">
                  <a:moveTo>
                    <a:pt x="46603" y="0"/>
                  </a:moveTo>
                  <a:lnTo>
                    <a:pt x="23301" y="20434"/>
                  </a:lnTo>
                  <a:lnTo>
                    <a:pt x="0" y="0"/>
                  </a:lnTo>
                  <a:lnTo>
                    <a:pt x="23301" y="61621"/>
                  </a:lnTo>
                  <a:lnTo>
                    <a:pt x="46603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040678" y="1663337"/>
              <a:ext cx="46990" cy="62230"/>
            </a:xfrm>
            <a:custGeom>
              <a:avLst/>
              <a:gdLst/>
              <a:ahLst/>
              <a:cxnLst/>
              <a:rect l="l" t="t" r="r" b="b"/>
              <a:pathLst>
                <a:path w="46989" h="62230">
                  <a:moveTo>
                    <a:pt x="23301" y="61621"/>
                  </a:moveTo>
                  <a:lnTo>
                    <a:pt x="46603" y="0"/>
                  </a:lnTo>
                  <a:lnTo>
                    <a:pt x="23301" y="20434"/>
                  </a:lnTo>
                  <a:lnTo>
                    <a:pt x="0" y="0"/>
                  </a:lnTo>
                  <a:lnTo>
                    <a:pt x="23301" y="61621"/>
                  </a:lnTo>
                  <a:close/>
                </a:path>
              </a:pathLst>
            </a:custGeom>
            <a:ln w="11824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3047307" y="1367097"/>
            <a:ext cx="712470" cy="4102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924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A5A5A5"/>
                </a:solidFill>
                <a:latin typeface="Arial MT"/>
                <a:cs typeface="Arial MT"/>
              </a:rPr>
              <a:t>git</a:t>
            </a:r>
            <a:r>
              <a:rPr sz="700" spc="110" dirty="0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A5A5A5"/>
                </a:solidFill>
                <a:latin typeface="Arial MT"/>
                <a:cs typeface="Arial MT"/>
              </a:rPr>
              <a:t>commit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latin typeface="Arial MT"/>
                <a:cs typeface="Arial MT"/>
              </a:rPr>
              <a:t>Local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spc="-20" dirty="0">
                <a:latin typeface="Arial MT"/>
                <a:cs typeface="Arial MT"/>
              </a:rPr>
              <a:t>Repo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726874" y="1718295"/>
            <a:ext cx="104775" cy="558800"/>
            <a:chOff x="3509210" y="1860682"/>
            <a:chExt cx="104775" cy="558800"/>
          </a:xfrm>
        </p:grpSpPr>
        <p:sp>
          <p:nvSpPr>
            <p:cNvPr id="42" name="object 42"/>
            <p:cNvSpPr/>
            <p:nvPr/>
          </p:nvSpPr>
          <p:spPr>
            <a:xfrm>
              <a:off x="3561397" y="1866715"/>
              <a:ext cx="0" cy="541020"/>
            </a:xfrm>
            <a:custGeom>
              <a:avLst/>
              <a:gdLst/>
              <a:ahLst/>
              <a:cxnLst/>
              <a:rect l="l" t="t" r="r" b="b"/>
              <a:pathLst>
                <a:path h="541019">
                  <a:moveTo>
                    <a:pt x="0" y="0"/>
                  </a:moveTo>
                  <a:lnTo>
                    <a:pt x="0" y="540813"/>
                  </a:lnTo>
                </a:path>
              </a:pathLst>
            </a:custGeom>
            <a:ln w="11824">
              <a:solidFill>
                <a:srgbClr val="FF4C4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515243" y="2375601"/>
              <a:ext cx="92710" cy="38100"/>
            </a:xfrm>
            <a:custGeom>
              <a:avLst/>
              <a:gdLst/>
              <a:ahLst/>
              <a:cxnLst/>
              <a:rect l="l" t="t" r="r" b="b"/>
              <a:pathLst>
                <a:path w="92710" h="38100">
                  <a:moveTo>
                    <a:pt x="92308" y="0"/>
                  </a:moveTo>
                  <a:lnTo>
                    <a:pt x="74171" y="6646"/>
                  </a:lnTo>
                  <a:lnTo>
                    <a:pt x="60866" y="15691"/>
                  </a:lnTo>
                  <a:lnTo>
                    <a:pt x="51743" y="26351"/>
                  </a:lnTo>
                  <a:lnTo>
                    <a:pt x="46154" y="37838"/>
                  </a:lnTo>
                  <a:lnTo>
                    <a:pt x="40565" y="26351"/>
                  </a:lnTo>
                  <a:lnTo>
                    <a:pt x="31442" y="15691"/>
                  </a:lnTo>
                  <a:lnTo>
                    <a:pt x="18137" y="6646"/>
                  </a:lnTo>
                  <a:lnTo>
                    <a:pt x="0" y="0"/>
                  </a:lnTo>
                </a:path>
              </a:pathLst>
            </a:custGeom>
            <a:ln w="11824">
              <a:solidFill>
                <a:srgbClr val="FF4C4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801828" y="1921419"/>
            <a:ext cx="3429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FF4C4C"/>
                </a:solidFill>
                <a:latin typeface="Arial MT"/>
                <a:cs typeface="Arial MT"/>
              </a:rPr>
              <a:t>git</a:t>
            </a:r>
            <a:r>
              <a:rPr sz="700" spc="110" dirty="0">
                <a:solidFill>
                  <a:srgbClr val="FF4C4C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FF4C4C"/>
                </a:solidFill>
                <a:latin typeface="Arial MT"/>
                <a:cs typeface="Arial MT"/>
              </a:rPr>
              <a:t>push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732159" y="1724328"/>
            <a:ext cx="104139" cy="553085"/>
            <a:chOff x="2514495" y="1866715"/>
            <a:chExt cx="104139" cy="553085"/>
          </a:xfrm>
        </p:grpSpPr>
        <p:sp>
          <p:nvSpPr>
            <p:cNvPr id="46" name="object 46"/>
            <p:cNvSpPr/>
            <p:nvPr/>
          </p:nvSpPr>
          <p:spPr>
            <a:xfrm>
              <a:off x="2566562" y="1878539"/>
              <a:ext cx="0" cy="541020"/>
            </a:xfrm>
            <a:custGeom>
              <a:avLst/>
              <a:gdLst/>
              <a:ahLst/>
              <a:cxnLst/>
              <a:rect l="l" t="t" r="r" b="b"/>
              <a:pathLst>
                <a:path h="541019">
                  <a:moveTo>
                    <a:pt x="0" y="540813"/>
                  </a:moveTo>
                  <a:lnTo>
                    <a:pt x="0" y="0"/>
                  </a:lnTo>
                </a:path>
              </a:pathLst>
            </a:custGeom>
            <a:ln w="11824">
              <a:solidFill>
                <a:srgbClr val="4C4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520408" y="1872627"/>
              <a:ext cx="92710" cy="38100"/>
            </a:xfrm>
            <a:custGeom>
              <a:avLst/>
              <a:gdLst/>
              <a:ahLst/>
              <a:cxnLst/>
              <a:rect l="l" t="t" r="r" b="b"/>
              <a:pathLst>
                <a:path w="92710" h="38100">
                  <a:moveTo>
                    <a:pt x="0" y="37838"/>
                  </a:moveTo>
                  <a:lnTo>
                    <a:pt x="18137" y="31192"/>
                  </a:lnTo>
                  <a:lnTo>
                    <a:pt x="31442" y="22147"/>
                  </a:lnTo>
                  <a:lnTo>
                    <a:pt x="40565" y="11487"/>
                  </a:lnTo>
                  <a:lnTo>
                    <a:pt x="46154" y="0"/>
                  </a:lnTo>
                  <a:lnTo>
                    <a:pt x="51743" y="11487"/>
                  </a:lnTo>
                  <a:lnTo>
                    <a:pt x="60866" y="22147"/>
                  </a:lnTo>
                  <a:lnTo>
                    <a:pt x="74171" y="31192"/>
                  </a:lnTo>
                  <a:lnTo>
                    <a:pt x="92308" y="37838"/>
                  </a:lnTo>
                </a:path>
              </a:pathLst>
            </a:custGeom>
            <a:ln w="11824">
              <a:solidFill>
                <a:srgbClr val="4C4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2458757" y="1921419"/>
            <a:ext cx="3028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4C4CFF"/>
                </a:solidFill>
                <a:latin typeface="Arial MT"/>
                <a:cs typeface="Arial MT"/>
              </a:rPr>
              <a:t>git</a:t>
            </a:r>
            <a:r>
              <a:rPr sz="700" spc="110" dirty="0">
                <a:solidFill>
                  <a:srgbClr val="4C4CFF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4C4CFF"/>
                </a:solidFill>
                <a:latin typeface="Arial MT"/>
                <a:cs typeface="Arial MT"/>
              </a:rPr>
              <a:t>pull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17681" y="2628628"/>
            <a:ext cx="4211598" cy="220267"/>
          </a:xfrm>
          <a:custGeom>
            <a:avLst/>
            <a:gdLst/>
            <a:ahLst/>
            <a:cxnLst/>
            <a:rect l="l" t="t" r="r" b="b"/>
            <a:pathLst>
              <a:path w="4434840" h="198755">
                <a:moveTo>
                  <a:pt x="438353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3"/>
                </a:lnTo>
                <a:lnTo>
                  <a:pt x="4434338" y="198363"/>
                </a:lnTo>
                <a:lnTo>
                  <a:pt x="4434338" y="50800"/>
                </a:lnTo>
                <a:lnTo>
                  <a:pt x="4430329" y="31075"/>
                </a:lnTo>
                <a:lnTo>
                  <a:pt x="4419415" y="14922"/>
                </a:lnTo>
                <a:lnTo>
                  <a:pt x="4403262" y="4008"/>
                </a:lnTo>
                <a:lnTo>
                  <a:pt x="4383537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55034" y="2613085"/>
            <a:ext cx="942340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200" dirty="0">
                <a:latin typeface="Tahoma"/>
                <a:cs typeface="Tahoma"/>
              </a:rPr>
              <a:t>Key</a:t>
            </a:r>
            <a:r>
              <a:rPr sz="1200" spc="-80" dirty="0">
                <a:latin typeface="Tahoma"/>
                <a:cs typeface="Tahoma"/>
              </a:rPr>
              <a:t> commands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55034" y="2850019"/>
            <a:ext cx="4434840" cy="267335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R="1414780">
              <a:lnSpc>
                <a:spcPts val="950"/>
              </a:lnSpc>
              <a:spcBef>
                <a:spcPts val="135"/>
              </a:spcBef>
              <a:tabLst>
                <a:tab pos="573405" algn="l"/>
                <a:tab pos="1254125" algn="l"/>
                <a:tab pos="1774189" algn="l"/>
              </a:tabLst>
            </a:pPr>
            <a:r>
              <a:rPr sz="800" spc="135" dirty="0">
                <a:latin typeface="Times New Roman"/>
                <a:cs typeface="Times New Roman"/>
              </a:rPr>
              <a:t>git</a:t>
            </a:r>
            <a:r>
              <a:rPr sz="800" spc="229" dirty="0">
                <a:latin typeface="Times New Roman"/>
                <a:cs typeface="Times New Roman"/>
              </a:rPr>
              <a:t> </a:t>
            </a:r>
            <a:r>
              <a:rPr sz="800" spc="130" dirty="0">
                <a:latin typeface="Times New Roman"/>
                <a:cs typeface="Times New Roman"/>
              </a:rPr>
              <a:t>init</a:t>
            </a:r>
            <a:r>
              <a:rPr sz="800" dirty="0">
                <a:latin typeface="Times New Roman"/>
                <a:cs typeface="Times New Roman"/>
              </a:rPr>
              <a:t>	</a:t>
            </a:r>
            <a:r>
              <a:rPr sz="800" spc="135" dirty="0">
                <a:latin typeface="Times New Roman"/>
                <a:cs typeface="Times New Roman"/>
              </a:rPr>
              <a:t>git</a:t>
            </a:r>
            <a:r>
              <a:rPr sz="800" spc="229" dirty="0">
                <a:latin typeface="Times New Roman"/>
                <a:cs typeface="Times New Roman"/>
              </a:rPr>
              <a:t> </a:t>
            </a:r>
            <a:r>
              <a:rPr sz="800" spc="105" dirty="0">
                <a:latin typeface="Times New Roman"/>
                <a:cs typeface="Times New Roman"/>
              </a:rPr>
              <a:t>status</a:t>
            </a:r>
            <a:r>
              <a:rPr sz="800" dirty="0">
                <a:latin typeface="Times New Roman"/>
                <a:cs typeface="Times New Roman"/>
              </a:rPr>
              <a:t>	</a:t>
            </a:r>
            <a:r>
              <a:rPr sz="800" spc="135" dirty="0">
                <a:latin typeface="Times New Roman"/>
                <a:cs typeface="Times New Roman"/>
              </a:rPr>
              <a:t>git</a:t>
            </a:r>
            <a:r>
              <a:rPr sz="800" spc="229" dirty="0">
                <a:latin typeface="Times New Roman"/>
                <a:cs typeface="Times New Roman"/>
              </a:rPr>
              <a:t> </a:t>
            </a:r>
            <a:r>
              <a:rPr sz="800" spc="-25" dirty="0">
                <a:latin typeface="Times New Roman"/>
                <a:cs typeface="Times New Roman"/>
              </a:rPr>
              <a:t>add</a:t>
            </a:r>
            <a:r>
              <a:rPr sz="800" dirty="0">
                <a:latin typeface="Times New Roman"/>
                <a:cs typeface="Times New Roman"/>
              </a:rPr>
              <a:t>	</a:t>
            </a:r>
            <a:r>
              <a:rPr sz="800" spc="135" dirty="0">
                <a:latin typeface="Times New Roman"/>
                <a:cs typeface="Times New Roman"/>
              </a:rPr>
              <a:t>git</a:t>
            </a:r>
            <a:r>
              <a:rPr sz="800" spc="240" dirty="0">
                <a:latin typeface="Times New Roman"/>
                <a:cs typeface="Times New Roman"/>
              </a:rPr>
              <a:t> </a:t>
            </a:r>
            <a:r>
              <a:rPr sz="800" dirty="0">
                <a:latin typeface="Times New Roman"/>
                <a:cs typeface="Times New Roman"/>
              </a:rPr>
              <a:t>commit</a:t>
            </a:r>
            <a:r>
              <a:rPr sz="800" spc="240" dirty="0">
                <a:latin typeface="Times New Roman"/>
                <a:cs typeface="Times New Roman"/>
              </a:rPr>
              <a:t> </a:t>
            </a:r>
            <a:r>
              <a:rPr sz="800" spc="-20" dirty="0">
                <a:latin typeface="Times New Roman"/>
                <a:cs typeface="Times New Roman"/>
              </a:rPr>
              <a:t>-</a:t>
            </a:r>
            <a:r>
              <a:rPr sz="800" dirty="0">
                <a:latin typeface="Times New Roman"/>
                <a:cs typeface="Times New Roman"/>
              </a:rPr>
              <a:t>m</a:t>
            </a:r>
            <a:r>
              <a:rPr sz="800" spc="240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"message"</a:t>
            </a:r>
            <a:r>
              <a:rPr sz="800" spc="135" dirty="0">
                <a:latin typeface="Times New Roman"/>
                <a:cs typeface="Times New Roman"/>
              </a:rPr>
              <a:t> git</a:t>
            </a:r>
            <a:r>
              <a:rPr sz="800" spc="229" dirty="0">
                <a:latin typeface="Times New Roman"/>
                <a:cs typeface="Times New Roman"/>
              </a:rPr>
              <a:t> </a:t>
            </a:r>
            <a:r>
              <a:rPr sz="800" spc="85" dirty="0">
                <a:latin typeface="Times New Roman"/>
                <a:cs typeface="Times New Roman"/>
              </a:rPr>
              <a:t>pull</a:t>
            </a:r>
            <a:r>
              <a:rPr sz="800" dirty="0">
                <a:latin typeface="Times New Roman"/>
                <a:cs typeface="Times New Roman"/>
              </a:rPr>
              <a:t>	</a:t>
            </a:r>
            <a:r>
              <a:rPr sz="800" spc="135" dirty="0">
                <a:latin typeface="Times New Roman"/>
                <a:cs typeface="Times New Roman"/>
              </a:rPr>
              <a:t>git</a:t>
            </a:r>
            <a:r>
              <a:rPr sz="800" spc="229" dirty="0">
                <a:latin typeface="Times New Roman"/>
                <a:cs typeface="Times New Roman"/>
              </a:rPr>
              <a:t> </a:t>
            </a:r>
            <a:r>
              <a:rPr sz="800" spc="-20" dirty="0">
                <a:latin typeface="Times New Roman"/>
                <a:cs typeface="Times New Roman"/>
              </a:rPr>
              <a:t>push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Git: Version Control 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Git: Version Control System</dc:title>
  <dc:creator>Alessio</dc:creator>
  <cp:revision>55</cp:revision>
  <dcterms:created xsi:type="dcterms:W3CDTF">2026-09-14T15:26:50Z</dcterms:created>
  <dcterms:modified xsi:type="dcterms:W3CDTF">2026-09-14T15:52:05Z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2026-09-14T00:00:00Z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2026-09-14T00:00:00Z</vt:filetime>
  </property>
  <property fmtid="{D5CDD505-2E9C-101B-9397-08002B2CF9AE}" pid="6" name="PTEX.Fullbanner">
    <vt:lpwstr>This is pdfTeX, Version 3.141592653-2.6-1.40.29 (TeX Live 2026/Arch Linux) kpathsea version 6.4.2</vt:lpwstr>
  </property>
  <property fmtid="{D5CDD505-2E9C-101B-9397-08002B2CF9AE}" pid="7" name="Producer">
    <vt:lpwstr>pdfTeX-1.40.29</vt:lpwstr>
  </property>
</Properties>
</file>